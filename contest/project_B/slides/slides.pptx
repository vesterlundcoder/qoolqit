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Hamiltonian Representation Explorer (Project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1 —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Problem:</a:t>
            </a:r>
            <a:r>
              <a:rPr sz="1400" b="0">
                <a:solidFill>
                  <a:srgbClr val="C8D8F0"/>
                </a:solidFill>
              </a:rPr>
              <a:t> A mathematical optimization problem does not determine a unique useful Hamiltonian representation. The penalty strength, variable encoding, and landscape all matter.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Approach:</a:t>
            </a:r>
            <a:r>
              <a:rPr sz="1400" b="0">
                <a:solidFill>
                  <a:srgbClr val="C8D8F0"/>
                </a:solidFill>
              </a:rPr>
              <a:t> Generate multiple mathematically valid Hamiltonian representations (scaling, permutation, bit-complement, MWIS penalty family) and verify equivalence by exhaustive state-by-state comparison. Each is classified: EXACT_EQUIVALENT, GROUND_STATE_EQUIVALENT, SAME_PROBLEM_DIFFERENT_DYNAMICS, APPROXIMATE, or INVALID.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Results:</a:t>
            </a:r>
            <a:r>
              <a:rPr sz="1400" b="0">
                <a:solidFill>
                  <a:srgbClr val="C8D8F0"/>
                </a:solidFill>
              </a:rPr>
              <a:t> For MWIS, penalty strengths U in [5.5, 22.2] all yield GROUND_STATE_EQUIVALENT Hamiltonians. The Hamiltonian main effect is η²(H) = 6.8% (median across 6 problems).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Importance:</a:t>
            </a:r>
            <a:r>
              <a:rPr sz="1400" b="0">
                <a:solidFill>
                  <a:srgbClr val="C8D8F0"/>
                </a:solidFill>
              </a:rPr>
              <a:t> The Hamiltonian representation choice matters less than its interaction with the embedding. Representation itself is an optimization variable, but the H×R interaction (48.2%) is the dominant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E2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estQuan 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"/>
            <a:ext cx="2560320" cy="85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914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WestQuant Hamiltonian Representation Explorer (Project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FB3FF"/>
                </a:solidFill>
              </a:defRPr>
            </a:pPr>
            <a:r>
              <a:t>Slide 2 — QoolQit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430000" cy="25400"/>
          </a:xfrm>
          <a:prstGeom prst="rect">
            <a:avLst/>
          </a:prstGeom>
          <a:solidFill>
            <a:srgbClr val="1A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Positive aspects:</a:t>
            </a:r>
            <a:r>
              <a:rPr sz="1400" b="0">
                <a:solidFill>
                  <a:srgbClr val="C8D8F0"/>
                </a:solidFill>
              </a:rPr>
              <a:t> QoolQit's DataGraph.from_matrix and interaction_matrix() made it easy to connect logical Hamiltonians to physical interactions. The 1/r^6 Rydberg convention is natural for QUBO/MWIS. Register.from_coordinates enables rapid coordinate experimentation.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Challenges:</a:t>
            </a:r>
            <a:r>
              <a:rPr sz="1400" b="0">
                <a:solidFill>
                  <a:srgbClr val="C8D8F0"/>
                </a:solidFill>
              </a:rPr>
              <a:t> Native Rydberg interactions are repulsive (J&gt;0), so Hamiltonians with negative pair interactions (e.g., after bit-complement) are not directly native-realizable. The physical realizability classifier must flag this before expensive embedding. DMM is needed for MWIS node weights.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C8D8F0"/>
                </a:solidFill>
              </a:rPr>
              <a:t/>
            </a:r>
            <a:r>
              <a:rPr sz="1400" b="1">
                <a:solidFill>
                  <a:srgbClr val="FFFFFF"/>
                </a:solidFill>
              </a:rPr>
              <a:t>Workflow:</a:t>
            </a:r>
            <a:r>
              <a:rPr sz="1400" b="0">
                <a:solidFill>
                  <a:srgbClr val="C8D8F0"/>
                </a:solidFill>
              </a:rPr>
              <a:t> The five-class equivalence taxonomy forced mathematical rigor. Exhaustive verification for n&lt;=16 ensured no false equivalence claims. The realizability classifier prevents wasted computation on non-native Hamiltonians.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6A9A"/>
                </a:solidFill>
              </a:defRPr>
            </a:pPr>
            <a:r>
              <a:t>WestQuant Representation Stack — QoolQit 1.4.0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63093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A6A9A"/>
                </a:solidFill>
              </a:defRPr>
            </a:pPr>
            <a:r>
              <a:t>WestQuant Open Artifact #001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
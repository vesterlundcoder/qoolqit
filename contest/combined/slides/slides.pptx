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Representation Stack (Combined)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1 —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Problem:</a:t>
            </a:r>
            <a:r>
              <a:rPr sz="1400" b="0">
                <a:solidFill>
                  <a:srgbClr val="C8D8F0"/>
                </a:solidFill>
              </a:rPr>
              <a:t> Quantum algorithm design typically performs one fixed translation from optimization problem to hardware. We argue representation itself should be searched.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Approach:</a:t>
            </a:r>
            <a:r>
              <a:rPr sz="1400" b="0">
                <a:solidFill>
                  <a:srgbClr val="C8D8F0"/>
                </a:solidFill>
              </a:rPr>
              <a:t> A composable pipeline: P -&gt; H_i (Hamiltonian Explorer) -&gt; R_ij (Representation Scheduler) -&gt; Q_ijk (QoolQit compilation + emulation) -&gt; Pareto selection. Both projects are independently useful and composable.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Results:</a:t>
            </a:r>
            <a:r>
              <a:rPr sz="1400" b="0">
                <a:solidFill>
                  <a:srgbClr val="C8D8F0"/>
                </a:solidFill>
              </a:rPr>
              <a:t> Flagship experiment (6 problems x 5 H x 9 R x 3 replicates = 810 observations): H×R interaction dominates (η² = 48.2%), embedding main effect η²(R) = 19.0%, Hamiltonian main effect η²(H) = 6.8%. For 5/6 problems, the preselected baseline fails terminal ground-state preservation; search finds feasible alternatives for 6/6. Representation search can rescue an otherwise invalid physical realization.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Importance:</a:t>
            </a:r>
            <a:r>
              <a:rPr sz="1400" b="0">
                <a:solidFill>
                  <a:srgbClr val="C8D8F0"/>
                </a:solidFill>
              </a:rPr>
              <a:t> The H×R interaction is the dominant effect, directly motivating joint representation search. Neither H alone nor R alone determines performance — it is their interaction that matters. QoolQit serves as the evaluation engine; WestQuant AI is optional. Fully open-source, deterministic,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Representation Stack (Combined)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2 — QoolQit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Positive aspects:</a:t>
            </a:r>
            <a:r>
              <a:rPr sz="1400" b="0">
                <a:solidFill>
                  <a:srgbClr val="C8D8F0"/>
                </a:solidFill>
              </a:rPr>
              <a:t> QoolQit provides a clean end-to-end stack: Register, Drive, QuantumProgram, compile_to(device), LocalEmulator. The embedding API (InteractionEmbedder, SpringLayoutEmbedder, Blade) covers the main approaches. DataGraph bridges logical and physical.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Challenges:</a:t>
            </a:r>
            <a:r>
              <a:rPr sz="1400" b="0">
                <a:solidFill>
                  <a:srgbClr val="C8D8F0"/>
                </a:solidFill>
              </a:rPr>
              <a:t> DMM requires AnalogDeviceWithDMM (not AnalogDevice). max_energy profile needed for auto-rescaling. Bitstring results are Counters of strings. Native Rydberg J&gt;0 constrains which Hamiltonians are directly realizable.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Workflow:</a:t>
            </a:r>
            <a:r>
              <a:rPr sz="1400" b="0">
                <a:solidFill>
                  <a:srgbClr val="C8D8F0"/>
                </a:solidFill>
              </a:rPr>
              <a:t> Successive halving (cheap metrics -&gt; emulation) is essential for search scalability. The five-class equivalence taxonomy ensures scientific rigor. Two-way ANOVA with H, R, H×R, and residual terms quantifies how each representation layer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